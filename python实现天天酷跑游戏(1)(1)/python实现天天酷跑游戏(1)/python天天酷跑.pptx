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天天酷跑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075" y="0"/>
            <a:ext cx="10099040" cy="50927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0" y="5092700"/>
            <a:ext cx="12192635" cy="1715770"/>
          </a:xfrm>
        </p:spPr>
        <p:txBody>
          <a:bodyPr>
            <a:noAutofit/>
          </a:bodyPr>
          <a:p>
            <a:pPr marL="0" indent="0" fontAlgn="auto">
              <a:lnSpc>
                <a:spcPct val="150000"/>
              </a:lnSpc>
            </a:pPr>
            <a:r>
              <a:rPr lang="en-US" altLang="zh-CN" sz="8800" b="1">
                <a:solidFill>
                  <a:srgbClr val="00B0F0"/>
                </a:solidFill>
              </a:rPr>
              <a:t>Python</a:t>
            </a:r>
            <a:r>
              <a:rPr lang="zh-CN" altLang="en-US" sz="8800"/>
              <a:t>实现天天酷跑</a:t>
            </a:r>
            <a:endParaRPr lang="zh-CN" altLang="en-US" sz="8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/>
              <a:t>游戏设计思路</a:t>
            </a:r>
            <a:r>
              <a:rPr lang="en-US" altLang="zh-CN"/>
              <a:t>: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fontAlgn="auto">
              <a:lnSpc>
                <a:spcPct val="150000"/>
              </a:lnSpc>
            </a:pPr>
            <a:r>
              <a:rPr lang="en-US" altLang="zh-CN"/>
              <a:t>1.</a:t>
            </a:r>
            <a:r>
              <a:rPr lang="zh-CN" altLang="en-US"/>
              <a:t>把里面的游戏角色</a:t>
            </a:r>
            <a:r>
              <a:rPr lang="en-US" altLang="zh-CN"/>
              <a:t>,</a:t>
            </a:r>
            <a:r>
              <a:rPr lang="zh-CN" altLang="en-US"/>
              <a:t>例如</a:t>
            </a:r>
            <a:r>
              <a:rPr lang="en-US" altLang="zh-CN"/>
              <a:t>: </a:t>
            </a:r>
            <a:r>
              <a:rPr lang="zh-CN" altLang="en-US">
                <a:sym typeface="+mn-ea"/>
              </a:rPr>
              <a:t>玩家</a:t>
            </a:r>
            <a:r>
              <a:rPr lang="en-US" altLang="zh-CN">
                <a:sym typeface="+mn-ea"/>
              </a:rPr>
              <a:t>,  </a:t>
            </a:r>
            <a:r>
              <a:rPr lang="zh-CN" altLang="en-US">
                <a:sym typeface="+mn-ea"/>
              </a:rPr>
              <a:t>障碍物</a:t>
            </a:r>
            <a:r>
              <a:rPr lang="en-US" altLang="zh-CN">
                <a:sym typeface="+mn-ea"/>
              </a:rPr>
              <a:t>, </a:t>
            </a:r>
            <a:r>
              <a:rPr lang="zh-CN" altLang="en-US">
                <a:sym typeface="+mn-ea"/>
              </a:rPr>
              <a:t>背景封装成类</a:t>
            </a:r>
            <a:r>
              <a:rPr lang="en-US" altLang="zh-CN">
                <a:sym typeface="+mn-ea"/>
              </a:rPr>
              <a:t>;</a:t>
            </a:r>
            <a:endParaRPr lang="en-US" altLang="zh-CN">
              <a:sym typeface="+mn-ea"/>
            </a:endParaRPr>
          </a:p>
          <a:p>
            <a:pPr marL="0" indent="0" fontAlgn="auto">
              <a:lnSpc>
                <a:spcPct val="150000"/>
              </a:lnSpc>
              <a:buNone/>
            </a:pPr>
            <a:endParaRPr lang="en-US" altLang="zh-CN"/>
          </a:p>
          <a:p>
            <a:pPr fontAlgn="auto">
              <a:lnSpc>
                <a:spcPct val="150000"/>
              </a:lnSpc>
            </a:pPr>
            <a:r>
              <a:rPr lang="en-US" altLang="zh-CN"/>
              <a:t>2.</a:t>
            </a:r>
            <a:r>
              <a:rPr lang="zh-CN" altLang="en-US"/>
              <a:t>设置游戏界面</a:t>
            </a:r>
            <a:r>
              <a:rPr lang="en-US" altLang="zh-CN"/>
              <a:t>,</a:t>
            </a:r>
            <a:r>
              <a:rPr lang="zh-CN" altLang="en-US"/>
              <a:t>例如</a:t>
            </a:r>
            <a:r>
              <a:rPr lang="en-US" altLang="zh-CN"/>
              <a:t>: </a:t>
            </a:r>
            <a:r>
              <a:rPr lang="zh-CN" altLang="en-US"/>
              <a:t>长和宽</a:t>
            </a:r>
            <a:endParaRPr lang="zh-CN" altLang="en-US"/>
          </a:p>
          <a:p>
            <a:pPr marL="0" indent="0" fontAlgn="auto">
              <a:lnSpc>
                <a:spcPct val="150000"/>
              </a:lnSpc>
              <a:buNone/>
            </a:pP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en-US" altLang="zh-CN"/>
              <a:t>3.</a:t>
            </a:r>
            <a:r>
              <a:rPr lang="zh-CN" altLang="en-US"/>
              <a:t>设置游戏逻辑</a:t>
            </a:r>
            <a:r>
              <a:rPr lang="en-US" altLang="zh-CN"/>
              <a:t>, </a:t>
            </a:r>
            <a:r>
              <a:rPr lang="zh-CN" altLang="en-US"/>
              <a:t>例如</a:t>
            </a:r>
            <a:r>
              <a:rPr lang="en-US" altLang="zh-CN"/>
              <a:t>:</a:t>
            </a:r>
            <a:r>
              <a:rPr lang="zh-CN" altLang="en-US"/>
              <a:t>如何设置得分</a:t>
            </a:r>
            <a:r>
              <a:rPr lang="en-US" altLang="zh-CN"/>
              <a:t>,</a:t>
            </a:r>
            <a:r>
              <a:rPr lang="zh-CN" altLang="en-US"/>
              <a:t>玩家和障碍物重叠就算游戏结束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 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注意点</a:t>
            </a:r>
            <a:r>
              <a:rPr lang="en-US" altLang="zh-CN"/>
              <a:t>: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游戏的制作重点在于相关库的使用</a:t>
            </a:r>
            <a:r>
              <a:rPr lang="en-US" altLang="zh-CN"/>
              <a:t>,</a:t>
            </a:r>
            <a:r>
              <a:rPr lang="zh-CN" altLang="en-US"/>
              <a:t>例如各项参数的设置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COMMONDATA" val="eyJoZGlkIjoiYzBjMzBjMTg4NjU4ZDgwMWZjYmE0MTM0NTJmOTFmMjE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WPS 演示</Application>
  <PresentationFormat>宽屏</PresentationFormat>
  <Paragraphs>19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用Python实现 天天酷跑游戏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周周</cp:lastModifiedBy>
  <cp:revision>6</cp:revision>
  <dcterms:created xsi:type="dcterms:W3CDTF">2023-09-25T06:00:35Z</dcterms:created>
  <dcterms:modified xsi:type="dcterms:W3CDTF">2023-09-25T07:17:18Z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898C0924FF424586AF6196DBF1DA4F17_12</vt:lpwstr>
  </property>
  <property fmtid="{D5CDD505-2E9C-101B-9397-08002B2CF9AE}" pid="3" name="KSOProductBuildVer">
    <vt:lpwstr>2052-12.1.0.15374</vt:lpwstr>
  </property>
</Properties>
</file>